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1"/>
    <p:restoredTop sz="94631"/>
  </p:normalViewPr>
  <p:slideViewPr>
    <p:cSldViewPr snapToGrid="0" snapToObjects="1">
      <p:cViewPr>
        <p:scale>
          <a:sx n="105" d="100"/>
          <a:sy n="105" d="100"/>
        </p:scale>
        <p:origin x="108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76" d="100"/>
          <a:sy n="76" d="100"/>
        </p:scale>
        <p:origin x="4432" y="2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565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26240-9094-7293-4482-1036B95F1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4BCBF6-E8D0-AE37-FDF0-5448B6A69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43BB95-F6A6-0FFD-2763-EAB5FBBA1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169142-9452-8E2A-65B0-C0E8AFD47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A9775-234D-2716-2AE2-77FABEFD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13393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D0FFA2-15C0-1D08-095B-4348C1801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DACC2A-5E3E-A0C6-4F04-B46A3234B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111186-7F8D-0BDF-112B-0A4884F2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A179E-FB63-1873-FE71-367BED52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AEE8B8-388B-DB86-4313-82F84AEB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14889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45F3A-67DC-26EE-6737-2796A6C59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3964A4-8655-99E3-E41E-BF848F58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6D79FD-F404-35A1-7DEB-51676AB6C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B10A6-3591-73A1-9006-CD8BEFBE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846FF6-3C90-679F-9BFC-74FB7E1B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402945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F6A64-A335-C9E1-F845-2336184B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39566-2A90-1E2C-63B7-1877D3C08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B71583-BEE8-84BC-01EA-AC7787D2B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562D15-68D4-2AC8-33F9-6BF3B4523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7A9257-7664-36A5-FB46-2706916A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1B7D01-E2A9-B8E7-2AE5-477A7B84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79415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A202A-7F64-9700-FC51-185C9813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F48333-6188-84E6-06A6-48C5FB11F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DFAD74-7155-167A-D88D-46C502674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69DC3E-0FA2-5285-94E7-7A0BDEE8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8C0D720-250B-5DEF-51B3-4F9ECD3D4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07CEEB-C09D-AF35-ECD3-FA9E336B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1355DA2-58EA-7EAF-F8D6-0FA7BAA3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6E62C8E-888D-DCAC-D22B-EE6E039B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50955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F0AC1-80A4-C17A-91AB-3F3195E2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0B67D7-AD03-B454-CCA8-3498011F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A68743-8288-4DB4-9DC2-E06AA8CE6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7A416C-1EDD-1384-F859-60464866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3642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194C14-4C6B-ACE6-E1D1-7E9F64FA2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893C64-70BC-93B4-79B7-D4F8885C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809668-ECBE-2613-95DA-312DAF4A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842749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7EC1-C428-C7E5-A221-3C339874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97C70D-21D7-FCBF-B3A1-AECEAF57C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BDFFA6-96F6-A3C3-F598-DC8F3F298D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AF2037-8717-325F-072F-6D4C9816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77E5E2-18C3-5643-A8E3-E89E8028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00BA88-34BB-5B81-5666-9280B195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79733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615E7-E0CD-CB63-18CD-6091416C9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6F62206-E03C-BB01-FE9A-E61F167E5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AE5DB5-81E2-63DB-C9CB-D85498B0F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0E8697-E539-CCAD-667C-BBC97300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91A25A-D6E9-B218-3E52-9DEB1F805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5D0F66-2983-8196-AEA9-7F71DC7E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31273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3EDEB2-175F-E9E1-2810-745485BE8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455597-924F-F419-5B73-E61364E23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C89DFF-EF0A-9150-F1AA-1C5F6E4D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98877A-E988-F3A6-9953-5CD48593F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B276FB-8437-435C-9A31-D089E120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765872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2E9D4D-3530-45DC-D1CE-D23894BB1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91997C-1C52-935C-6DCA-D13215802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AD3E33-9326-863E-DF09-6E21D08E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F1D587-0899-3C7F-0CDB-821A06D1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6B4C6-4BD8-393D-445E-B04033156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41709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99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C42643-0559-2296-5B5C-8D47856D1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9B96B6-8DD3-684F-8D53-DB7733317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9617F-DB40-2A9B-2D9F-FE5634EF5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27D4A-3ABB-7347-9BFD-551B44ADBED7}" type="datetimeFigureOut">
              <a:rPr kumimoji="1" lang="ko-KR" altLang="en-US" smtClean="0"/>
              <a:t>2026. 5. 15.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2DA339-BA50-B506-9219-F22A527D1A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B651A0-9420-8BA8-DE88-5538EF74B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172E5-8050-4E49-BEF8-3D5EBF38283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7827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업무 활용법 강의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9144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14141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ChatGPT </a:t>
            </a:r>
            <a:r>
              <a:rPr lang="ko-KR" altLang="en-US" sz="5400" dirty="0">
                <a:solidFill>
                  <a:srgbClr val="141413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 활용법 </a:t>
            </a:r>
            <a:endParaRPr lang="en-US" sz="5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업무에 바로 적용하는 실전 강의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5486400"/>
            <a:ext cx="512064" cy="2743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강의에서 얻어갈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기본 이해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개념과 작동 원리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2423160"/>
            <a:ext cx="146304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587752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24912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724912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97480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16가지 핵심 기능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42816" y="2423160"/>
            <a:ext cx="146304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98264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35424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35424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07992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요금제와 설정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플랜별 차이·보안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53328" y="2423160"/>
            <a:ext cx="146304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208776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345936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345936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18504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작성법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18504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구조와 기법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2423160"/>
            <a:ext cx="146304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019288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8156448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156448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129016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활용 예시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9016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업무 유형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674352" y="2423160"/>
            <a:ext cx="146304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829800" y="1417320"/>
            <a:ext cx="1645920" cy="201168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966960" y="1600200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9966960" y="16002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939528" y="201168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AI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939528" y="265176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프롬프트·검수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011680"/>
            <a:ext cx="94457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활용 능력이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실무 생산성의 차이를 만든다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43891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2022년 11월 출시 · 2026년 5월 기준 약 3년 5개월 경과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ChatGPT로 할 수 있는 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초안 작성 (보고서·이메일·광고 문구)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자료 요약 및 회의록 정리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아이디어 발굴 (제목·기획·이벤트)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문서 구조화 및 표 정리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123444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광고 문구 / 콘텐츠 기획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고객 응대 문안 작성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이미지 생성 (썸네일·배너·표지)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데이터 정리 / 코드 자동화 보조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업무의 시작 속도를 크게 높여준다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ChatGPT를 잘 쓰는 사람의 특징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아쉬운 방식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"광고 문구 써줘"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결과를 그대로 사용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형식 미지정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한 번에 끝내려 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 쓰는 방식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대상·채널·톤까지 함께 설명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부족한 부분을 다시 수정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표·대본·목록 형식 지정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후속 질문으로 결과 개선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2103120"/>
            <a:ext cx="9445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ChatGPT는 정답 자판기가 아니다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7490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생성과 정리에 강하지만, 모든 답이 사실이라는 보장은 없다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이해하기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ChatGPT란 무엇인가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ChatGPT는 대화형 생성 AI다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645920"/>
            <a:ext cx="2468880" cy="2286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246888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41832" y="187452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/ 대화형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6060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이어서 수정하며 결과물을 만든다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468880" cy="2286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46888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39312" y="187452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/ 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26060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글·표·아이디어·이미지를 새로 만든다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2468880" cy="2286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246888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36792" y="187452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/ 사전학습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6792" y="26060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데이터를 미리 학습한 상태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69680" y="1645920"/>
            <a:ext cx="2468880" cy="2286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869680" y="1645920"/>
            <a:ext cx="2468880" cy="36576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034272" y="187452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/ 구조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34272" y="2606040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문맥을 보고 다음 표현을 예측한다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LLM이란 무엇인가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2926080" cy="219456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70432" y="184708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70432" y="1847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70432" y="230428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학습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70432" y="28803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언어 데이터를 사전 학습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41064" y="2743200"/>
            <a:ext cx="438912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2926080" cy="219456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53712" y="184708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1847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53712" y="230428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 이해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53712" y="28803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지금까지의 대화 흐름을 파악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24344" y="2743200"/>
            <a:ext cx="438912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772400" y="1645920"/>
            <a:ext cx="2926080" cy="219456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936992" y="184708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936992" y="18470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36992" y="230428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답변 생성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936992" y="2880360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가능성 높은 다음 표현을 생성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= LLM을 대화형으로 쓸 수 있게 만든 서비스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ChatGPT는 사람처럼 쓰되, 더 명확하게 시켜야 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601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내 업무 상황을 자동으로 알지는 못한다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역할, 목표, 배경, 자료, 형식, 제약조건을 알려줘야 한다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신입 직원에게 일을 맡기듯 구체적으로 설명해야 결과가 좋다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ChatGPT의 강점과 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빠른 초안 작성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긴 자료 요약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아이디어 발굴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문체 변환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표·체크리스트 정리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반복 업무 템플릿화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(주의)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사실 오류 가능성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최신 정보 확인 필요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전문 판단 대체 불가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개인정보·기밀 관리 필요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주요 기능과 설정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주요 기능 한눈에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4119372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-4119372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-1540764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-1540764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선택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37844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37844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파일·이미지 첨부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6452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16452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5060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195060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3668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73668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분석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352276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352276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930884" y="1554480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3930884" y="1554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-4119372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-4119372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-1540764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-1540764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37844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16452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16452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5060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95060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3668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773668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352276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1352276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3930884" y="2231136"/>
            <a:ext cx="2377440" cy="475488"/>
          </a:xfrm>
          <a:prstGeom prst="rect">
            <a:avLst/>
          </a:prstGeom>
          <a:solidFill>
            <a:srgbClr val="EFE9DE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13930884" y="22311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1 — 모델 선택과 채팅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가벼운 작업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빠른 초안 작성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간단한 질문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빠른 모델 사용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작업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긴 문서 분석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전략 수립·논리 검토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추론 강화 모델 사용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2 — 웹 검색 vs Deep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검색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최신 뉴스·정책 확인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경쟁사 정보 확인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빠른 팩트 체크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여러 출처 기반 보고서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시장·트렌드 심층 조사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경쟁사·고객 페르소나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3 — Canvas vs Projects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긴 글·강의안 수정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상세페이지·대본 편집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문서를 옆에 열고 수정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업무 단위로 대화 묶기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파일·지침 통합 관리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반복 프로젝트 효율화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4 — GPTs · Tasks · Apps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GPTs / 맞춤형 챗봇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업무용 GPT를 만들어 재사용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59224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42104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/ 예약 실행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2104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매주 뉴스 요약, 반복 알림 자동화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4048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86928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/ 앱 연결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86928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Drive·Gmail·Slack 연동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(보안 정책 확인 필수)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5 — 이미지 생성 · Agent · Codex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/ 시각 자료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상세페이지·썸네일·배너·강의 표지 시안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59224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642104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복합 작업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42104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단계를 거치는 자동화 작업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04048" y="1463040"/>
            <a:ext cx="3270504" cy="45720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86928" y="173736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/ 코드·자동화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86928" y="2514600"/>
            <a:ext cx="2904744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자동화 스크립트·데이터 정리 코드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요금제별 차이 한눈에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10360152" cy="35661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요금제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특징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0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가벼운 체험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 기능, 사용량 제한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실무자 (기본 추천)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고급 모델·이미지·Deep Research·GPTs·Projects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사용량 많은 개인 전문가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긴 작업·고난도 분석·사용량 확대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팀 단위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관리자 기능·팀 워크스페이스·데이터 보호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대규모 조직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3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보안·권한·규정 준수·조직 관리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요금제와 기능 한도는 변경될 수 있으므로 도입 전 공식 페이지 확인 필요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설정에서 꼭 확인할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언어 설정 확인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음성 설정 확인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맞춤형 지침 (Custom Instructions) 작성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Memory 저장 내용 확인 및 관리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채팅 기록 참고 설정 확인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연결된 앱 (Apps) 점검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Data Controls 설정 확인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민감한 대화는 Temporary Chat 활용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Memory와 맞춤형 지침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맞춤형 지침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사용자가 직접 작성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항상 반영할 기본 요청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예: "답변은 한국어로, 표로 정리"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ChatGPT가 자동으로 기억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선호·프로젝트·습관 저장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저장 내용 주기적으로 확인·삭제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개인정보와 보안 기본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고객 개인정보 (이름·전화·이메일·주소) 그대로 입력 금지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계약 정보·매출·내부 전략 문서 주의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내부 자료는 익명화하거나 요약해서 입력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개인 계정에서 모델 개선 설정 확인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민감한 대화는 Temporary Chat 또는 업무용 플랜 활용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최종 결과물은 반드시 사람이 검토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 기초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프롬프트란 무엇인가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질문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"이거 정리해줘"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결과가 일반적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맥락 부족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요청문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대상·목적·형식·조건 포함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원하는 결과물 명시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ChatGPT가 일 시작 전 필요한 정보 제공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좋은 프롬프트는 무엇이 다른가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 프롬프트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"상세페이지 써줘"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"유튜브 제목 만들어줘"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"이거 정리해줘"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프롬프트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누구를 대상으로 하는지 알려준다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어떤 결과물이 필요한지 말한다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참고 자료와 배경을 제공한다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원하는 형식과 주의사항을 지정한다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실무 프롬프트 기본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63524" y="13716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00684" y="15361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00684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0684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0684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관점으로 답할지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9292" y="13716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16452" y="15361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16452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6452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6452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만들지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5060" y="13716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32220" y="15361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32220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3222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2220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누구에게·어디에·왜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0828" y="13716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047988" y="15361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047988" y="15361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47988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47988" y="2423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 원문·정보 제공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21408" y="34290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258568" y="35935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258568" y="3593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58568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258568" y="4480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표·대본·목차·체크리스트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37176" y="34290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974336" y="35935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974336" y="3593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74336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74336" y="4480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분량·톤·금지 표현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52944" y="3429000"/>
            <a:ext cx="2514600" cy="182880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690104" y="3593592"/>
            <a:ext cx="457200" cy="292608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690104" y="3593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90104" y="39776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90104" y="4480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빠진 내용·오류·개선점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기본 프롬프트 템플릿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[역할]이다.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목표: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[무엇을 만들지 작성]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상황: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[대상, 사용 채널, 목적 작성]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참고 자료: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[필요한 자료 입력]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핵심을 먼저 정리해줘.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필요한 구조를 잡아줘.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최종 결과물을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마지막에 개선점이나 주의점을 알려줘.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형식: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[표 / 문단 / 대본 / 슬라이드 / 체크리스트]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[분량, 톤, 금지 표현, 난이도, 주의사항]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프롬프트를 개선하는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08076" y="1554480"/>
            <a:ext cx="2468880" cy="2560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2668" y="175564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2668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2668" y="22402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생성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2668" y="28803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프롬프트로 결과 받기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86100" y="2834640"/>
            <a:ext cx="347472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442716" y="1554480"/>
            <a:ext cx="2468880" cy="2560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07308" y="175564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07308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07308" y="22402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07308" y="28803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부족한 점 파악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20740" y="2834640"/>
            <a:ext cx="347472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277356" y="1554480"/>
            <a:ext cx="2468880" cy="2560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41948" y="175564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41948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1948" y="22402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요청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41948" y="28803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짧게·더 쉽게·더 설득력 있게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55380" y="2834640"/>
            <a:ext cx="347472" cy="0"/>
          </a:xfrm>
          <a:prstGeom prst="line">
            <a:avLst/>
          </a:prstGeom>
          <a:noFill/>
          <a:ln w="190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111996" y="1554480"/>
            <a:ext cx="2468880" cy="2560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76588" y="1755648"/>
            <a:ext cx="502920" cy="320040"/>
          </a:xfrm>
          <a:prstGeom prst="rect">
            <a:avLst/>
          </a:prstGeom>
          <a:solidFill>
            <a:srgbClr val="F0E6DF"/>
          </a:solidFill>
          <a:ln w="12700">
            <a:solidFill>
              <a:srgbClr val="F0E6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276588" y="17556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276588" y="224028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최종화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76588" y="288036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 적용 가능성 점검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 작성 기법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Zero-shot Prompting — 예시 없이 바로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부동산 초보자를 위한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유튜브 영상 제목을 10개 작성해줘.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초안 · 아이디어 발굴에 적합 / 결과가 일반적일 수 있음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One-shot / Few-shot Prompting — 예시를 제공해 톤을 맞춘다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아래 예시와 같은 톤으로 제목을 작성해줘.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예시: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"부동산 공부, 이 순서로 안 하면 시간 낭비합니다"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초보자가 경매 공부를 시작하는 방법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톤·형식·스타일을 맞출 때 효과적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Prompting — 역할을 부여해 관점을 바꾼다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교육 상품 상세페이지 전문 마케터다.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아래 강의 상품의 상세페이지 구조를 설계해줘.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마케터·유튜브PD·교육기획자·고객 관점 등으로 변경 가능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step by step — 단계별로 생각하게 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상세페이지의 문제점을 단계별로 생각해줘.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먼저 고객 관점의 판단 기준을 정리하고,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 기준에 따라 문제점과 개선안을 제안해줘.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업무를 단계로 나눠 처리 / 판단 기준을 먼저 세우게 하는 방식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Self-consistency — 여러 관점에서 검토해 종합한다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상세페이지를 3가지 관점에서 검토해줘.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고객 설득 관점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브랜드 신뢰 관점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전환율 개선 관점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마지막에는 세 관점을 종합해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우선순위가 높은 개선안 5개를 정리해줘.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관점 → 공통 핵심 도출 → 더 안정적인 결론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실제 업무 활용 프롬프트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실무 적용 전에 먼저 정리할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이 결과물은 어디에 쓰는가?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대상은 누구인가?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고객이 가진 문제는 무엇인가?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어떤 톤이 적합한가?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반드시 포함해야 할 내용은?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피해야 할 표현은?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결과물은 어떤 형식이어야 하는가?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ChatGPT를 잘 쓰는 사람은 그 전에 자기 업무를 잘 정리하는 사람이다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업무 유형 1 — 콘텐츠 기획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교육 콘텐츠 기획자다.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[주제 입력]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대상: [대상 입력]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이 주제에서 사람들이 궁금해할 질문 10개를 뽑아줘.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콘텐츠 제목 후보를 10개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오프닝에서 사용할 후킹 문장 5개를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5분짜리 콘텐츠 구성안을 만들어줘.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과장된 표현은 피하고, 초보자도 이해하기 쉽게.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업무 유형 2 — 상세페이지·광고 문구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교육 상품 마케터다.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상품: [상품 설명]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대상: [고객 설명]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고객이 느끼는 문제를 정리해줘.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상세페이지에 들어갈 섹션 구조를 제안해줘.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각 섹션별 핵심 문구를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광고 문구 10개와 CTA 문구 5개를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과장되거나 위험한 표현이 있는지 점검해줘.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수익 보장, 과도한 불안 자극, 단정적 표현은 피할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업무 유형 3 — 강의·교육자료 제작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성인 교육 전문 커리큘럼 기획자다.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[강의 주제 입력]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대상: [수강생 수준 입력]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2시간 강의 목차를 설계해줘.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각 파트별 학습 목표를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실습 과제 2개를 제안해줘.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초보자가 어려워할 용어를 정리해줘.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마지막에 강의 흐름이 자연스러운지 검토해줘.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출력: 표 형식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업무 유형 4 — 고객 FAQ와 안내문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너는 교육 서비스 CS 담당자다.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상황: [고객 문의 상황 입력]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고객이 궁금해할 질문 10개를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각 질문에 대한 답변을 친절하게 작성해줘.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오해가 생길 수 있는 표현을 점검해줘.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더 명확한 안내 문구로 다듬어줘.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친절하지만 과장하지 말고, 확정되지 않은 내용은 단정하지 말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업무 유형 5 — 자료 요약과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아래 자료를 업무에 바로 활용할 수 있게 정리해줘.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핵심 내용을 5줄로 요약해줘.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중요한 키워드를 뽑아줘.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실행해야 할 일을 체크리스트로 정리해줘.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추가로 확인해야 할 질문을 작성해줘.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요약 / 키워드 / 실행 항목 / 확인 질문으로 나눠서 작성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실습 1 — 내 업무 프롬프트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업무: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목적: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참고 자료: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원하는 결과물: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 형식: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검토 기준: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하나를 골라 이 템플릿에 채워보세요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실습 2 — 결과물 개선하기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방금 결과물을 검토해줘.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검토 기준: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실무에서 바로 쓸 수 있는가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대상에게 이해하기 쉬운가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과장되거나 위험한 표현은 없는가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빠진 내용은 없는가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더 설득력 있게 만들 수 있는가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출력: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문제점 / 개선 방향 / 수정본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생성 AI 활용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생성 AI란 무엇인가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텍스트로 원하는 이미지를 설명하면 AI가 이미지를 만든다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기존 이미지를 바탕으로 수정할 수도 있다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상세페이지·썸네일·광고 배너·강의 표지 시안에 활용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371600"/>
            <a:ext cx="4023360" cy="3200400"/>
          </a:xfrm>
          <a:prstGeom prst="rect">
            <a:avLst/>
          </a:prstGeom>
          <a:solidFill>
            <a:srgbClr val="E8E0D2"/>
          </a:solidFill>
          <a:ln w="635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223760" y="137160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[이미지: 상세페이지·썸네일·광고 배너·강의 표지 시안 예시 4종]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프롬프트는 시각 자료 요청서다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C6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요청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"예쁜 이미지 만들어줘"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"AI 관련 이미지"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결과 예측 불가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68796" y="1280160"/>
            <a:ext cx="4905756" cy="4846320"/>
          </a:xfrm>
          <a:prstGeom prst="rect">
            <a:avLst/>
          </a:prstGeom>
          <a:solidFill>
            <a:srgbClr val="EFE9DE"/>
          </a:solidFill>
          <a:ln w="12700">
            <a:solidFill>
              <a:srgbClr val="EFE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368796" y="1280160"/>
            <a:ext cx="4905756" cy="4572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51676" y="1463040"/>
            <a:ext cx="46314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구체적인 요청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51676" y="1874520"/>
            <a:ext cx="463143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사용 목적·비율 명시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주제·구도·스타일·색감 지정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제외할 요소 명확히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프롬프트 기본 구조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[사용 목적]에 사용할 이미지를 생성해줘.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비율: [16:9 / 1:1 / 4:5]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[무엇을 보여줄지]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구도: [어디에 무엇을 배치할지]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스타일: [사진풍 / 일러스트 / 3D / 미니멀]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색감: [원하는 분위기와 색]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이미지 안에 글자는 넣지 말 것.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로고나 실존 인물은 넣지 말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예시 1 — 상세페이지 상단 이미지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온라인 교육 상세페이지 상단에 사용할 이미지를 생성해줘.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비율: 16:9 와이드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직장인이 노트북으로 AI를 활용해 업무를 정리하는 장면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구도: 왼쪽에는 노트북을 보는 실무자,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오른쪽에는 제목을 넣을 수 있는 넓은 여백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스타일: 현실적인 기업 홍보 사진 느낌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색감: 화이트, 네이비, 밝은 블루 중심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 이미지 안에 글자는 넣지 말 것.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특정 회사 로고를 넣지 말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예시 2 — 유튜브 썸네일 배경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유튜브 썸네일 배경 이미지를 생성해줘.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비율: 16:9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AI를 활용해 업무 시간이 줄어드는 느낌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구도: 오른쪽에는 놀란 표정의 직장인,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왼쪽에는 큰 제목을 넣을 수 있는 빈 공간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스타일: 선명하고 눈에 잘 띄는 유튜브 썸네일 스타일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색감: 블루와 옐로우 포인트, 대비 강하게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 이미지 안에 글자는 넣지 말 것.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얼굴과 손이 어색하지 않게 할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예시 3 — 광고 배너 · 강의 표지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98348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실무 활용 강의 홍보용 이미지를 생성해줘.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비율: 1:1 정사각형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주제: AI를 활용해 문서, 기획안, 콘텐츠를 빠르게 정리하는 업무 장면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구도: 중앙에는 노트북과 문서,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상단에는 광고 문구를 넣을 수 있는 여백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스타일: 깔끔한 기업 교육 광고 스타일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색감: 화이트 배경, 네이비와 블루 포인트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조건: 이미지 안에 글자는 넣지 말 것.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로봇이 과하게 강조된 이미지는 피할 것.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수정 프롬프트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360152" cy="4572000"/>
          </a:xfrm>
          <a:prstGeom prst="rect">
            <a:avLst/>
          </a:prstGeom>
          <a:solidFill>
            <a:srgbClr val="181715"/>
          </a:solidFill>
          <a:ln w="12700">
            <a:solidFill>
              <a:srgbClr val="18171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1234440"/>
            <a:ext cx="10360152" cy="320040"/>
          </a:xfrm>
          <a:prstGeom prst="rect">
            <a:avLst/>
          </a:prstGeom>
          <a:solidFill>
            <a:srgbClr val="252320"/>
          </a:solidFill>
          <a:ln w="12700">
            <a:solidFill>
              <a:srgbClr val="2523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97280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98448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499616" y="1325880"/>
            <a:ext cx="109728" cy="109728"/>
          </a:xfrm>
          <a:prstGeom prst="ellipse">
            <a:avLst/>
          </a:prstGeom>
          <a:solidFill>
            <a:srgbClr val="8E8B82"/>
          </a:solidFill>
          <a:ln w="1270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981151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 이미지의 전체 구도는 유지해줘.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다만 오른쪽 여백을 더 넓혀서 제목을 넣기 쉽게 만들어줘.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색감은 조금 더 밝고 신뢰감 있게 바꿔줘.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AF9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이미지 안의 글자는 모두 제거해줘.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89788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유지할 것 vs 바꿀 것을 명확히 구분해서 요청할 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이미지 결과물 검수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손과 얼굴이 어색하지 않은가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이미지 안 텍스트가 틀리지 않았는가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로고나 상표가 들어가지 않았는가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실존 인물을 닮지 않았는가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브랜드 톤과 맞는가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제목을 넣을 여백이 충분한가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상업용 사용 전 내부 검수 완료했는가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생성 AI는 빠른 시안을 만드는 데 강하지만, 최종 사용 여부는 사람이 판단한다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사용 핵심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ChatGPT는 정답 자판기가 아니라 업무 보조 도구다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좋은 결과는 좋은 요청에서 나온다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맥락·자료·형식·조건을 알려줘야 한다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첫 답변보다 후속 수정이 중요하다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민감한 정보는 입력하지 않는다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최종 결과물은 사람이 검토한다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414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바로 적용할 업무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60120"/>
            <a:ext cx="10360152" cy="9144"/>
          </a:xfrm>
          <a:prstGeom prst="rect">
            <a:avLst/>
          </a:prstGeom>
          <a:solidFill>
            <a:srgbClr val="E6DFD8"/>
          </a:solidFill>
          <a:ln w="12700">
            <a:solidFill>
              <a:srgbClr val="E6D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6015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오늘 내 업무 하나를 고른다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필요한 자료를 정리한다 (상품·고객·문서·예시)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기본 프롬프트 템플릿에 넣는다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결과물을 검토한다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후속 질문으로 개선한다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반복 업무는 템플릿으로 저장한다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608076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과정을 반복하면 ChatGPT가 나만의 업무 도구가 된다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C7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r>
              <a:rPr lang="en-US" sz="1000" dirty="0">
                <a:solidFill>
                  <a:srgbClr val="8E8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54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2668</Words>
  <Application>Microsoft Macintosh PowerPoint</Application>
  <PresentationFormat>와이드스크린</PresentationFormat>
  <Paragraphs>612</Paragraphs>
  <Slides>54</Slides>
  <Notes>54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맑은 고딕</vt:lpstr>
      <vt:lpstr>Arial</vt:lpstr>
      <vt:lpstr>Calibri</vt:lpstr>
      <vt:lpstr>Courier New</vt:lpstr>
      <vt:lpstr>Georgia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실무활용 강의</dc:title>
  <dc:subject>PptxGenJS Presentation</dc:subject>
  <dc:creator>PptxGenJS</dc:creator>
  <cp:lastModifiedBy>김효정</cp:lastModifiedBy>
  <cp:revision>2</cp:revision>
  <dcterms:created xsi:type="dcterms:W3CDTF">2026-05-14T15:04:19Z</dcterms:created>
  <dcterms:modified xsi:type="dcterms:W3CDTF">2026-05-15T03:08:28Z</dcterms:modified>
</cp:coreProperties>
</file>